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8" d="100"/>
          <a:sy n="88" d="100"/>
        </p:scale>
        <p:origin x="-1282" y="-9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Microsoft Fabric End-to-End Data Engineering Medallion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630380"/>
            <a:ext cx="1645920" cy="2011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Source</a:t>
            </a:r>
          </a:p>
          <a:p>
            <a:r>
              <a:rPr dirty="0" err="1"/>
              <a:t>GitHub</a:t>
            </a:r>
            <a:endParaRPr dirty="0"/>
          </a:p>
          <a:p>
            <a:r>
              <a:rPr dirty="0" err="1"/>
              <a:t>AdventureWorks</a:t>
            </a:r>
            <a:r>
              <a:rPr dirty="0"/>
              <a:t> 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62775" y="1633831"/>
            <a:ext cx="1645920" cy="2011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Bronze Layer</a:t>
            </a:r>
          </a:p>
          <a:p>
            <a:r>
              <a:rPr dirty="0"/>
              <a:t>Raw Data</a:t>
            </a:r>
          </a:p>
          <a:p>
            <a:r>
              <a:rPr dirty="0"/>
              <a:t>Lookup JSON</a:t>
            </a:r>
          </a:p>
          <a:p>
            <a:r>
              <a:rPr dirty="0" err="1"/>
              <a:t>ForEach</a:t>
            </a:r>
            <a:endParaRPr dirty="0"/>
          </a:p>
          <a:p>
            <a:r>
              <a:rPr dirty="0"/>
              <a:t>Copy Activity</a:t>
            </a:r>
          </a:p>
          <a:p>
            <a:r>
              <a:rPr dirty="0"/>
              <a:t>Dataflow Gen2</a:t>
            </a:r>
          </a:p>
          <a:p>
            <a:r>
              <a:rPr dirty="0"/>
              <a:t>Parent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30380"/>
            <a:ext cx="1645920" cy="2011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Silver Layer</a:t>
            </a:r>
          </a:p>
          <a:p>
            <a:r>
              <a:t>Cleaned &amp; Modeled</a:t>
            </a:r>
          </a:p>
          <a:p>
            <a:r>
              <a:t>PySpark Notebook</a:t>
            </a:r>
          </a:p>
          <a:p>
            <a:r>
              <a:t>Validation</a:t>
            </a:r>
          </a:p>
          <a:p>
            <a:r>
              <a:t>Transformation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30380"/>
            <a:ext cx="1645920" cy="2011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Gold Layer</a:t>
            </a:r>
          </a:p>
          <a:p>
            <a:r>
              <a:t>Aggregated Data</a:t>
            </a:r>
          </a:p>
          <a:p>
            <a:r>
              <a:t>T-SQL</a:t>
            </a:r>
          </a:p>
          <a:p>
            <a:r>
              <a:t>Facts &amp; Dimensions</a:t>
            </a:r>
          </a:p>
          <a:p>
            <a:r>
              <a:t>KPIs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74520" y="2273911"/>
            <a:ext cx="45720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4114800" y="2273911"/>
            <a:ext cx="45720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6537960" y="2273911"/>
            <a:ext cx="45720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892902"/>
            <a:ext cx="775853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Dynamic </a:t>
            </a:r>
            <a:r>
              <a:rPr dirty="0" err="1"/>
              <a:t>GitHub</a:t>
            </a:r>
            <a:r>
              <a:rPr dirty="0"/>
              <a:t> Ingestion → Bronze </a:t>
            </a:r>
            <a:r>
              <a:rPr dirty="0" err="1"/>
              <a:t>Lakehouse</a:t>
            </a:r>
            <a:r>
              <a:rPr dirty="0"/>
              <a:t> → Silver </a:t>
            </a:r>
            <a:r>
              <a:rPr dirty="0" err="1"/>
              <a:t>Lakehouse</a:t>
            </a:r>
            <a:r>
              <a:rPr dirty="0"/>
              <a:t> (</a:t>
            </a:r>
            <a:r>
              <a:rPr dirty="0" err="1"/>
              <a:t>PySpark</a:t>
            </a:r>
            <a:r>
              <a:rPr dirty="0"/>
              <a:t>) →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Gold </a:t>
            </a:r>
            <a:r>
              <a:rPr dirty="0"/>
              <a:t>Warehouse (T-SQL) → Power BI Reporting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┌───────────────┐</a:t>
            </a:r>
            <a:br>
              <a:rPr lang="en-IN" dirty="0"/>
            </a:br>
            <a:r>
              <a:rPr lang="en-IN" dirty="0"/>
              <a:t>│    SOURCE     │</a:t>
            </a:r>
            <a:br>
              <a:rPr lang="en-IN" dirty="0"/>
            </a:br>
            <a:r>
              <a:rPr lang="en-IN" dirty="0"/>
              <a:t>│    </a:t>
            </a:r>
            <a:r>
              <a:rPr lang="en-IN" dirty="0" err="1"/>
              <a:t>GitHub</a:t>
            </a:r>
            <a:r>
              <a:rPr lang="en-IN" dirty="0"/>
              <a:t>     │</a:t>
            </a:r>
            <a:br>
              <a:rPr lang="en-IN" dirty="0"/>
            </a:br>
            <a:r>
              <a:rPr lang="en-IN" dirty="0"/>
              <a:t>│ </a:t>
            </a:r>
            <a:r>
              <a:rPr lang="en-IN" dirty="0" err="1"/>
              <a:t>AdventureWorks</a:t>
            </a: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│ CSV Files     │</a:t>
            </a:r>
            <a:br>
              <a:rPr lang="en-IN" dirty="0"/>
            </a:br>
            <a:r>
              <a:rPr lang="en-IN" dirty="0"/>
              <a:t>└───────┬───────┘</a:t>
            </a:r>
            <a:br>
              <a:rPr lang="en-IN" dirty="0"/>
            </a:br>
            <a:r>
              <a:rPr lang="en-IN" dirty="0"/>
              <a:t>        │</a:t>
            </a:r>
            <a:br>
              <a:rPr lang="en-IN" dirty="0"/>
            </a:br>
            <a:r>
              <a:rPr lang="en-IN" dirty="0"/>
              <a:t>        ▼</a:t>
            </a:r>
            <a:br>
              <a:rPr lang="en-IN" dirty="0"/>
            </a:br>
            <a:r>
              <a:rPr lang="en-IN" dirty="0"/>
              <a:t>┌──────────────────────────────────────────────┐</a:t>
            </a:r>
            <a:br>
              <a:rPr lang="en-IN" dirty="0"/>
            </a:br>
            <a:r>
              <a:rPr lang="en-IN" dirty="0"/>
              <a:t>│               BRONZE LAYER                   │</a:t>
            </a:r>
            <a:br>
              <a:rPr lang="en-IN" dirty="0"/>
            </a:br>
            <a:r>
              <a:rPr lang="en-IN" dirty="0"/>
              <a:t>│              Raw Data Zone                   │</a:t>
            </a:r>
            <a:br>
              <a:rPr lang="en-IN" dirty="0"/>
            </a:br>
            <a:r>
              <a:rPr lang="en-IN" dirty="0"/>
              <a:t>├──────────────────────────────────────────────┤</a:t>
            </a:r>
            <a:br>
              <a:rPr lang="en-IN" dirty="0"/>
            </a:br>
            <a:r>
              <a:rPr lang="en-IN" dirty="0"/>
              <a:t>│ Bronze </a:t>
            </a:r>
            <a:r>
              <a:rPr lang="en-IN" dirty="0" err="1"/>
              <a:t>Lakehouse</a:t>
            </a:r>
            <a:r>
              <a:rPr lang="en-IN" dirty="0"/>
              <a:t>                             │</a:t>
            </a:r>
            <a:br>
              <a:rPr lang="en-IN" dirty="0"/>
            </a:br>
            <a:r>
              <a:rPr lang="en-IN" dirty="0"/>
              <a:t>│                                              │</a:t>
            </a:r>
            <a:br>
              <a:rPr lang="en-IN" dirty="0"/>
            </a:br>
            <a:r>
              <a:rPr lang="en-IN" dirty="0"/>
              <a:t>│ Pipeline Orchestration                       │</a:t>
            </a:r>
            <a:br>
              <a:rPr lang="en-IN" dirty="0"/>
            </a:br>
            <a:r>
              <a:rPr lang="en-IN" dirty="0"/>
              <a:t>│ • JSON Control File                          │</a:t>
            </a:r>
            <a:br>
              <a:rPr lang="en-IN" dirty="0"/>
            </a:br>
            <a:r>
              <a:rPr lang="en-IN" dirty="0"/>
              <a:t>│ • Lookup Activity                            │</a:t>
            </a:r>
            <a:br>
              <a:rPr lang="en-IN" dirty="0"/>
            </a:br>
            <a:r>
              <a:rPr lang="en-IN" dirty="0"/>
              <a:t>│ • </a:t>
            </a:r>
            <a:r>
              <a:rPr lang="en-IN" dirty="0" err="1"/>
              <a:t>ForEach</a:t>
            </a:r>
            <a:r>
              <a:rPr lang="en-IN" dirty="0"/>
              <a:t> Loop                               │</a:t>
            </a:r>
            <a:br>
              <a:rPr lang="en-IN" dirty="0"/>
            </a:br>
            <a:r>
              <a:rPr lang="en-IN" dirty="0"/>
              <a:t>│ • Dynamic Copy Activity                      │</a:t>
            </a:r>
            <a:br>
              <a:rPr lang="en-IN" dirty="0"/>
            </a:br>
            <a:r>
              <a:rPr lang="en-IN" dirty="0"/>
              <a:t>│ • Dataflow Gen2                              │</a:t>
            </a:r>
            <a:br>
              <a:rPr lang="en-IN" dirty="0"/>
            </a:br>
            <a:r>
              <a:rPr lang="en-IN" dirty="0"/>
              <a:t>│ • Parent Pipeline                            │</a:t>
            </a:r>
            <a:br>
              <a:rPr lang="en-IN" dirty="0"/>
            </a:br>
            <a:r>
              <a:rPr lang="en-IN" dirty="0"/>
              <a:t>│ • Schedule / Trigger Execution               │</a:t>
            </a:r>
            <a:br>
              <a:rPr lang="en-IN" dirty="0"/>
            </a:br>
            <a:r>
              <a:rPr lang="en-IN" dirty="0"/>
              <a:t>└───────────────┬──────────────────────────────┘</a:t>
            </a:r>
            <a:br>
              <a:rPr lang="en-IN" dirty="0"/>
            </a:br>
            <a:r>
              <a:rPr lang="en-IN" dirty="0"/>
              <a:t>                │</a:t>
            </a:r>
            <a:br>
              <a:rPr lang="en-IN" dirty="0"/>
            </a:br>
            <a:r>
              <a:rPr lang="en-IN" dirty="0"/>
              <a:t>                ▼</a:t>
            </a:r>
            <a:br>
              <a:rPr lang="en-IN" dirty="0"/>
            </a:br>
            <a:r>
              <a:rPr lang="en-IN" dirty="0"/>
              <a:t>┌──────────────────────────────────────────────┐</a:t>
            </a:r>
            <a:br>
              <a:rPr lang="en-IN" dirty="0"/>
            </a:br>
            <a:r>
              <a:rPr lang="en-IN" dirty="0"/>
              <a:t>│               SILVER LAYER                   │</a:t>
            </a:r>
            <a:br>
              <a:rPr lang="en-IN" dirty="0"/>
            </a:br>
            <a:r>
              <a:rPr lang="en-IN" dirty="0"/>
              <a:t>│            Cleaned &amp; </a:t>
            </a:r>
            <a:r>
              <a:rPr lang="en-IN" dirty="0" err="1"/>
              <a:t>Modeled</a:t>
            </a:r>
            <a:r>
              <a:rPr lang="en-IN" dirty="0"/>
              <a:t> Data            │</a:t>
            </a:r>
            <a:br>
              <a:rPr lang="en-IN" dirty="0"/>
            </a:br>
            <a:r>
              <a:rPr lang="en-IN" dirty="0"/>
              <a:t>├──────────────────────────────────────────────┤</a:t>
            </a:r>
            <a:br>
              <a:rPr lang="en-IN" dirty="0"/>
            </a:br>
            <a:r>
              <a:rPr lang="en-IN" dirty="0"/>
              <a:t>│ Silver </a:t>
            </a:r>
            <a:r>
              <a:rPr lang="en-IN" dirty="0" err="1"/>
              <a:t>Lakehouse</a:t>
            </a:r>
            <a:r>
              <a:rPr lang="en-IN" dirty="0"/>
              <a:t>                             │</a:t>
            </a:r>
            <a:br>
              <a:rPr lang="en-IN" dirty="0"/>
            </a:br>
            <a:r>
              <a:rPr lang="en-IN" dirty="0"/>
              <a:t>│                                              │</a:t>
            </a:r>
            <a:br>
              <a:rPr lang="en-IN" dirty="0"/>
            </a:br>
            <a:r>
              <a:rPr lang="en-IN" dirty="0"/>
              <a:t>│ </a:t>
            </a:r>
            <a:r>
              <a:rPr lang="en-IN" dirty="0" err="1"/>
              <a:t>PySpark</a:t>
            </a:r>
            <a:r>
              <a:rPr lang="en-IN" dirty="0"/>
              <a:t> Notebook Processing                  │</a:t>
            </a:r>
            <a:br>
              <a:rPr lang="en-IN" dirty="0"/>
            </a:br>
            <a:r>
              <a:rPr lang="en-IN" dirty="0"/>
              <a:t>│ • Data Cleansing                             │</a:t>
            </a:r>
            <a:br>
              <a:rPr lang="en-IN" dirty="0"/>
            </a:br>
            <a:r>
              <a:rPr lang="en-IN" dirty="0"/>
              <a:t>│ • Data Quality Validation                    │</a:t>
            </a:r>
            <a:br>
              <a:rPr lang="en-IN" dirty="0"/>
            </a:br>
            <a:r>
              <a:rPr lang="en-IN" dirty="0"/>
              <a:t>│ • Standardization                            │</a:t>
            </a:r>
            <a:br>
              <a:rPr lang="en-IN" dirty="0"/>
            </a:br>
            <a:r>
              <a:rPr lang="en-IN" dirty="0"/>
              <a:t>│ • Business Transformations                   │</a:t>
            </a:r>
            <a:br>
              <a:rPr lang="en-IN" dirty="0"/>
            </a:br>
            <a:r>
              <a:rPr lang="en-IN" dirty="0"/>
              <a:t>│ • Delta Table Creation                       │</a:t>
            </a:r>
            <a:br>
              <a:rPr lang="en-IN" dirty="0"/>
            </a:br>
            <a:r>
              <a:rPr lang="en-IN" dirty="0"/>
              <a:t>└───────────────┬──────────────────────────────┘</a:t>
            </a:r>
            <a:br>
              <a:rPr lang="en-IN" dirty="0"/>
            </a:br>
            <a:r>
              <a:rPr lang="en-IN" dirty="0"/>
              <a:t>                │</a:t>
            </a:r>
            <a:br>
              <a:rPr lang="en-IN" dirty="0"/>
            </a:br>
            <a:r>
              <a:rPr lang="en-IN" dirty="0"/>
              <a:t>                ▼</a:t>
            </a:r>
            <a:br>
              <a:rPr lang="en-IN" dirty="0"/>
            </a:br>
            <a:r>
              <a:rPr lang="en-IN" dirty="0"/>
              <a:t>┌──────────────────────────────────────────────┐</a:t>
            </a:r>
            <a:br>
              <a:rPr lang="en-IN" dirty="0"/>
            </a:br>
            <a:r>
              <a:rPr lang="en-IN" dirty="0"/>
              <a:t>│                GOLD LAYER                    │</a:t>
            </a:r>
            <a:br>
              <a:rPr lang="en-IN" dirty="0"/>
            </a:br>
            <a:r>
              <a:rPr lang="en-IN" dirty="0"/>
              <a:t>│            Business Ready Data               │</a:t>
            </a:r>
            <a:br>
              <a:rPr lang="en-IN" dirty="0"/>
            </a:br>
            <a:r>
              <a:rPr lang="en-IN" dirty="0"/>
              <a:t>├──────────────────────────────────────────────┤</a:t>
            </a:r>
            <a:br>
              <a:rPr lang="en-IN" dirty="0"/>
            </a:br>
            <a:r>
              <a:rPr lang="en-IN" dirty="0"/>
              <a:t>│ Gold Warehouse                               │</a:t>
            </a:r>
            <a:br>
              <a:rPr lang="en-IN" dirty="0"/>
            </a:br>
            <a:r>
              <a:rPr lang="en-IN" dirty="0"/>
              <a:t>│                                              │</a:t>
            </a:r>
            <a:br>
              <a:rPr lang="en-IN" dirty="0"/>
            </a:br>
            <a:r>
              <a:rPr lang="en-IN" dirty="0"/>
              <a:t>│ T-SQL Transformations                        │</a:t>
            </a:r>
            <a:br>
              <a:rPr lang="en-IN" dirty="0"/>
            </a:br>
            <a:r>
              <a:rPr lang="en-IN" dirty="0"/>
              <a:t>│ • Fact &amp; Dimension </a:t>
            </a:r>
            <a:r>
              <a:rPr lang="en-IN" dirty="0" err="1"/>
              <a:t>Modeling</a:t>
            </a:r>
            <a:r>
              <a:rPr lang="en-IN"/>
              <a:t>                  │</a:t>
            </a:r>
            <a:br>
              <a:rPr lang="en-IN"/>
            </a:br>
            <a:r>
              <a:rPr lang="en-IN"/>
              <a:t>│ • Aggregations                               │</a:t>
            </a:r>
            <a:br>
              <a:rPr lang="en-IN"/>
            </a:br>
            <a:r>
              <a:rPr lang="en-IN"/>
              <a:t>│ • KPI Calculations                           │</a:t>
            </a:r>
            <a:br>
              <a:rPr lang="en-IN"/>
            </a:br>
            <a:r>
              <a:rPr lang="en-IN"/>
              <a:t>│ • Reporting Tables                           │</a:t>
            </a:r>
            <a:br>
              <a:rPr lang="en-IN"/>
            </a:br>
            <a:r>
              <a:rPr lang="en-IN"/>
              <a:t>└───────────────┬──────────────────────────────┘</a:t>
            </a:r>
            <a:br>
              <a:rPr lang="en-IN"/>
            </a:br>
            <a:r>
              <a:rPr lang="en-IN"/>
              <a:t>                │</a:t>
            </a:r>
            <a:br>
              <a:rPr lang="en-IN"/>
            </a:br>
            <a:r>
              <a:rPr lang="en-IN"/>
              <a:t>                ▼</a:t>
            </a:r>
            <a:br>
              <a:rPr lang="en-IN"/>
            </a:br>
            <a:r>
              <a:rPr lang="en-IN"/>
              <a:t>┌──────────────────────────────┐</a:t>
            </a:r>
            <a:br>
              <a:rPr lang="en-IN"/>
            </a:br>
            <a:r>
              <a:rPr lang="en-IN"/>
              <a:t>│      POWER BI REPORTS        │</a:t>
            </a:r>
            <a:br>
              <a:rPr lang="en-IN"/>
            </a:br>
            <a:r>
              <a:rPr lang="en-IN"/>
              <a:t>│ Dashboards &amp; Analytics       │</a:t>
            </a:r>
            <a:br>
              <a:rPr lang="en-IN"/>
            </a:br>
            <a:r>
              <a:rPr lang="en-IN"/>
              <a:t>└──────────────────────────────┘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46261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56</Words>
  <Application>Microsoft Office PowerPoint</Application>
  <PresentationFormat>On-screen Show (4:3)</PresentationFormat>
  <Paragraphs>23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Microsoft Fabric End-to-End Data Engineering Medallion Architecture</vt:lpstr>
      <vt:lpstr>┌───────────────┐ │    SOURCE     │ │    GitHub     │ │ AdventureWorks│ │ CSV Files     │ └───────┬───────┘         │         ▼ ┌──────────────────────────────────────────────┐ │               BRONZE LAYER                   │ │              Raw Data Zone                   │ ├──────────────────────────────────────────────┤ │ Bronze Lakehouse                             │ │                                              │ │ Pipeline Orchestration                       │ │ • JSON Control File                          │ │ • Lookup Activity                            │ │ • ForEach Loop                               │ │ • Dynamic Copy Activity                      │ │ • Dataflow Gen2                              │ │ • Parent Pipeline                            │ │ • Schedule / Trigger Execution               │ └───────────────┬──────────────────────────────┘                 │                 ▼ ┌──────────────────────────────────────────────┐ │               SILVER LAYER                   │ │            Cleaned &amp; Modeled Data            │ ├──────────────────────────────────────────────┤ │ Silver Lakehouse                             │ │                                              │ │ PySpark Notebook Processing                  │ │ • Data Cleansing                             │ │ • Data Quality Validation                    │ │ • Standardization                            │ │ • Business Transformations                   │ │ • Delta Table Creation                       │ └───────────────┬──────────────────────────────┘                 │                 ▼ ┌──────────────────────────────────────────────┐ │                GOLD LAYER                    │ │            Business Ready Data               │ ├──────────────────────────────────────────────┤ │ Gold Warehouse                               │ │                                              │ │ T-SQL Transformations                        │ │ • Fact &amp; Dimension Modeling                  │ │ • Aggregations                               │ │ • KPI Calculations                           │ │ • Reporting Tables                           │ └───────────────┬──────────────────────────────┘                 │                 ▼ ┌──────────────────────────────┐ │      POWER BI REPORTS        │ │ Dashboards &amp; Analytics       │ └──────────────────────────────┘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Fabric End-to-End Data Engineering Medallion Architecture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2026-06-15T16:36:22Z</dcterms:modified>
  <cp:category/>
</cp:coreProperties>
</file>