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GitHub Source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0020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Bronze Lakehouse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Silver Lakehouse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9204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Gold Warehouse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3796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Metadata-driven Microsoft Fabric Medallion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Dynamic Ingestion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JSON Control File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0020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Lookup Activity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ForEach Loop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9204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Dynamic Copy Activity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3796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Dataflow Gen2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83879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Parent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Zero manual onboarding of new source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Bronze Layer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GitHub CSV Files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0020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Parent Pipeline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Dynamic Ingestion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9204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Bronze Lakehouse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Raw data ingestion and orchestration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Silver Layer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Bronze Tables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0020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PySpark Notebook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Validation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9204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Standardization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3796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Business Rules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83879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Silver Lakehouse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 cleansing and 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Gold Layer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Silver Layer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0020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T-SQL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Gold Warehouse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9204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Facts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3796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Dimensions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83879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Business-ready reporting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End-to-End Medallion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GitHub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0020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Bronze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Silver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9204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37960" y="1600200"/>
            <a:ext cx="32004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0"/>
            <a:ext cx="12801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Dynamic Pipelines | Dataflow Gen2 | PySpark | T-SQL |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